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Новый метод, построенный с нуля. Прежний закрыт — почему, на следующем слайде, дальше только новый.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измеренные причины. Главная — первая: прежний метод смотрел на снимок, где тени уже стёрты. Сноска внизу важна: прежняя карта страдала и от ошибки, найденной позже.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Весь метод на одном слайде. Дальше каждый шаг по отдельности.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Зима и низкое солнце — главное условие метода. Уступ в несколько метров при солнце 8–10° даёт тень в десятки метров, и она попадает в масштаб детектора.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Подтверждение держится на двух наборах съёмок без единой общей сцены. Третья карточка — честное ограничение, оно объясняет часть пропусков.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Детектор без формул: ищем узкую тень, сравниваем с соседями, сужаем до линии, ведём от надёжных точек к слабым.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Линия рвётся не там, где кончается уступ, а там, где тень на пару ячеек ослабла. Замер показывает, насколько далеко за концом ещё есть сигнал.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условий сшивки. Четвёртое и пятое добавлены после проверки глазом: геолог увидел, что соседние линии слипаются.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последних фильтра. Шов — место, где меняется число сцен или кончаются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из двух слайдов про машинную часть. Двойник — главный инструмент: и для обучения без разметки, и для всех проверок.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слайд про машинную часть. Это не нейросеть и не обучение на метках: учимся отличать снимок от двойника, а ответ получается в виде читаемых правил.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понять, что результат не случайность, когда сравнивать не с чем. Все пороги объявлены до прогона.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Врезаем в снимок искусственный уступ известного направления и спрашиваем детектор, видит ли он его. Этот замер нашёл ошибку в утончении линий.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Сибири главная ловушка — сейсмопрофили и зимники: они прямее любой геологии. Ни одной такой линии в наборе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Проверка человеком: слева чистый снимок, справа он же с разметкой. Сорок таких окон плюс контрольные.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ошибки, которые не поймала ни одна машинная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Набор в зонах проходит все четыре условия — это проверенный результат. Полный набор проходит проверки на случайность, но не проходит условие по длине — это рабочая карта.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Красным — линии, подтверждённые двумя съёмками; жёлтым — найденные только полным снимком; розовым — зоны согласия.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Честная граница метода и следующие шаги. Первый пункт слева — главный для рудного прогноза.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40280"/>
            <a:ext cx="111831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800" b="1">
                <a:solidFill>
                  <a:srgbClr val="1B2A32"/>
                </a:solidFill>
                <a:latin typeface="Cambria"/>
              </a:rPr>
              <a:t>Линеаменты по зимнему космоснимку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310128"/>
            <a:ext cx="11183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0">
                <a:solidFill>
                  <a:srgbClr val="6E7F88"/>
                </a:solidFill>
                <a:latin typeface="Calibri"/>
              </a:rPr>
              <a:t>Новый метод: поиск теней от уступов и подтверждение двумя независимыми съёмками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06440"/>
            <a:ext cx="11183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7F88"/>
                </a:solidFill>
                <a:latin typeface="Calibri"/>
              </a:rPr>
              <a:t>ФГБУ «ВНИГНИ», Отделение геоинформатики (ГИС Интегро)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7F88"/>
                </a:solidFill>
                <a:latin typeface="Calibri"/>
              </a:rPr>
              <a:t>Лист R-48-XI,XII (Анабарский щит) · Sentinel-2 · сентябрь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Почему отказались от прежнего метода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Три причины, каждая измерена, а не предположена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4824" cy="3246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996184" cy="2697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Смотрел туда, где теней уже нет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Прежний вход — медиана около сорока летних сцен. Летом на 71° солнце стоит на 40°, тени короткие, а медиана по построению стирает всё, что зависит от освещения. Плюс шаг 100 м крупнее самой тени от уступа.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28800"/>
            <a:ext cx="3544824" cy="3246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6384" y="2103120"/>
            <a:ext cx="2996184" cy="2697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Подтверждение отсекало направления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Радар подтверждал линию в зависимости от её направления: 0 % вдоль подсветки, 25 % наискосок, 47 % поперёк. Целые системы линий выпадали из результата независимо от того, настоящие они или нет.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28800"/>
            <a:ext cx="3544824" cy="3246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5528" y="2103120"/>
            <a:ext cx="2996184" cy="2697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Сложность без содержания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Из 160 признаков окрестности независимых оказалось около 20: остальные повторяли друг друга. Многоступенчатое сжатие работало в основном на дублях.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Позже в общем для обоих методов коде нашлась ошибка утончения линий: прежняя карта была слепа к меридиональным и широтным линиям. В новом методе исправлено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Новый метод одной схемой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Линии ищутся на одном зимнем снимке и принимаются, только если повторились на другой съёмке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1543812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15438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C15B33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17520"/>
            <a:ext cx="13609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зимний снимок 20 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6732" y="28346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6E7F88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0780" y="2148840"/>
            <a:ext cx="1543812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430780" y="2331720"/>
            <a:ext cx="15438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C15B33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2220" y="3017520"/>
            <a:ext cx="13609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поиск теней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4592" y="28346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6E7F8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2148840"/>
            <a:ext cx="1543812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58640" y="2331720"/>
            <a:ext cx="15438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C15B33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0080" y="3017520"/>
            <a:ext cx="13609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продолжение концов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2452" y="28346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6E7F8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500" y="2148840"/>
            <a:ext cx="1543812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86500" y="2331720"/>
            <a:ext cx="15438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C15B33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7940" y="3017520"/>
            <a:ext cx="13609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сшивка обрывков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0311" y="28346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6E7F88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4360" y="2148840"/>
            <a:ext cx="1543812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14360" y="2331720"/>
            <a:ext cx="15438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C15B33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3017520"/>
            <a:ext cx="13609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отсев швов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8172" y="2834640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600" b="0">
                <a:solidFill>
                  <a:srgbClr val="6E7F88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2220" y="2148840"/>
            <a:ext cx="1543812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142220" y="2331720"/>
            <a:ext cx="15438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C15B33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3660" y="3017520"/>
            <a:ext cx="13609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подтверждение двумя съёмками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297680"/>
            <a:ext cx="11183112" cy="13716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106344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>
                <a:solidFill>
                  <a:srgbClr val="1B2A32"/>
                </a:solidFill>
                <a:latin typeface="Calibri"/>
              </a:rPr>
              <a:t>Отдельно — карта зон согласия приборов.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Она строится по радару и оптике машинным обучением без разметки и помечает линии, лежащие там, где разные приборы согласны о направлении. Линии она не отбирает.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4360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Рельеф и геологическая карта в метод не входят: карта разломов нужна только для сверки после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Данные: зимний снимок при низком солнце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Двенадцать зимних сцен Sentinel-2, красный канал, медиана по ячейке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5400" b="1">
                <a:solidFill>
                  <a:srgbClr val="C15B33"/>
                </a:solidFill>
                <a:latin typeface="Cambri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зимних сцен, по 3 на плитку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804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6804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8–10°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92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высота солнца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16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3316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20 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604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шаг сетки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9828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C15B33"/>
                </a:solidFill>
                <a:latin typeface="Cambria"/>
              </a:rPr>
              <a:t>77 × 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километров листа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4360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Азимут солнца у всех сцен почти один (178–188°), поэтому тени складываются, а не гасят друг друга. Из снимка вычитается сглаженный на 2 км фон — остаются тени, кромки, уступы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Две половины: разные съёмки одной поверхности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Делится не лист, а сцены: каждая половина покрывает лист целиком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4824" cy="3063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99618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Как делятся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Внутри каждой плитки сцены по дате раздаются через одну. Каждая половина получает сцены всех четырёх плиток, съёмки разнесены по годам с 2019 по 2025.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28800"/>
            <a:ext cx="3544824" cy="3063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6384" y="2103120"/>
            <a:ext cx="299618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Почему именно так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Деление по сезону оставляло общими 22.8 % листа, деление по датам на весь набор — 11.4 %: плитки целиком уходили в одну половину. Деление внутри плитки даёт 100 %.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28800"/>
            <a:ext cx="3544824" cy="3063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5528" y="2103120"/>
            <a:ext cx="2996184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Ограничение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При трёх сценах на плитку деление 2 + 1: в одной половине восемь сцен, в другой четыре. На трёх четвертях листа вторая половина — одиночная сцена, и подтверждение упирается в неё.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Полный снимок рисует линию, а доказательство — то, что она нашлась в обеих половинах, у которых нет ни одной общей съёмки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Поиск теней: как находится линия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Направление заранее не задаётся — детектор одинаково ищет линии любого простирания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590038" cy="33832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041398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Узкая тень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В каждой точке проверяется форма яркости: сильно изогнута поперёк и ровная вдоль. Так выглядит тень или кромка шириной 20–40 м. Пятно, изогнутое во все стороны, не проходит.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7278" y="1828800"/>
            <a:ext cx="2590038" cy="33832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41598" y="2103120"/>
            <a:ext cx="2041398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Сравнение с соседями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Сила отклика пересчитывается в «насколько точка выделяется среди соседей в радиусе 2 км». Слабая линия на спокойном фоне видна не хуже сильной на пёстром.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828800"/>
            <a:ext cx="2590038" cy="33832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5955" y="2103120"/>
            <a:ext cx="2041398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Сужение до линии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Широкая полоса отклика сжимается до линии в одну ячейку: остаются точки, которые сильнее соседей поперёк гребня.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5994" y="1828800"/>
            <a:ext cx="2590038" cy="33832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70314" y="2103120"/>
            <a:ext cx="2041398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Два порога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Верхние 3 % по отклику — надёжные зёрна линий. Верхние 10 % присоединяются, только если связаны с зерном: линия тянется через слабые участки, но не рождается в шуме.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Продолжение концов: линия идёт своим направлением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Отклик за концом линии падает до фона примерно за 900 м — дальше продолжать нечего</a:t>
            </a:r>
          </a:p>
        </p:txBody>
      </p:sp>
      <p:pic>
        <p:nvPicPr>
          <p:cNvPr id="4" name="Picture 3" descr="отклик_за_концом_a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924" y="1691640"/>
            <a:ext cx="7057103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От конца линии шаг за шагом в её же направлении: пока средний отклик на отрезке 200 м держится на уровне нижнего порога — линия удлиняется. Все три числа взяты из этого замера по 2646 концам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Сшивка обрывков: пять условий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Обрывки соединяются в одну линию, только если выполнены все пять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3742" cy="29260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2011680"/>
            <a:ext cx="165140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>
                <a:solidFill>
                  <a:srgbClr val="C15B33"/>
                </a:solidFill>
                <a:latin typeface="Cambria"/>
              </a:rPr>
              <a:t>1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A32"/>
                </a:solidFill>
                <a:latin typeface="Cambria"/>
              </a:rPr>
              <a:t>Одно направление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азимуты обрывков расходятся не больше чем на 20°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5262" y="1828800"/>
            <a:ext cx="2053742" cy="29260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986430" y="2011680"/>
            <a:ext cx="165140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>
                <a:solidFill>
                  <a:srgbClr val="C15B33"/>
                </a:solidFill>
                <a:latin typeface="Cambria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A32"/>
                </a:solidFill>
                <a:latin typeface="Cambria"/>
              </a:rPr>
              <a:t>Небольшой разрыв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до 1192 м вдоль линии и до 600 м вбок — кулисы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7604" y="1828800"/>
            <a:ext cx="2053742" cy="29260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68772" y="2011680"/>
            <a:ext cx="165140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>
                <a:solidFill>
                  <a:srgbClr val="C15B33"/>
                </a:solidFill>
                <a:latin typeface="Cambria"/>
              </a:rPr>
              <a:t>3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A32"/>
                </a:solidFill>
                <a:latin typeface="Cambria"/>
              </a:rPr>
              <a:t>Сдвиг в одну сторону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зигзаг туда-обратно — признак случайной склейки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9947" y="1828800"/>
            <a:ext cx="2053742" cy="29260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51115" y="2011680"/>
            <a:ext cx="165140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>
                <a:solidFill>
                  <a:srgbClr val="C15B33"/>
                </a:solidFill>
                <a:latin typeface="Cambria"/>
              </a:rPr>
              <a:t>4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A32"/>
                </a:solidFill>
                <a:latin typeface="Cambria"/>
              </a:rPr>
              <a:t>Друг за другом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обрывки, идущие бок о бок, — это две разные линии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32289" y="1828800"/>
            <a:ext cx="2053742" cy="29260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833457" y="2011680"/>
            <a:ext cx="165140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>
                <a:solidFill>
                  <a:srgbClr val="C15B33"/>
                </a:solidFill>
                <a:latin typeface="Cambria"/>
              </a:rPr>
              <a:t>5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B2A32"/>
                </a:solidFill>
                <a:latin typeface="Cambria"/>
              </a:rPr>
              <a:t>Сигнал в разрыве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отклик в промежутке выше, чем у 95 % таких же отрезков в случайных местах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Пороги разрыва и сдвига — процентили измеренных разрывов между соосными обрывками; порог сигнала — процентиль случайного фона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Отсев швов и подтверждение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Последние два шага перед готовым набором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4396" cy="27432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490575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Отсев швов съёмки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Шов — там, где меняется число сцен в ячейке или кончаются данные. Линия выбрасывается, если больше половины её длины идёт ближе 100 м от шва и вдоль него. Линия, которая шов пересекает, остаётся.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828800"/>
            <a:ext cx="5454396" cy="27432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05955" y="2103120"/>
            <a:ext cx="490575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Подтверждение двумя съёмками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На каждой половине снимка линии ищутся отдельно. Линия принята, если не меньше 30 % её длины лежит в 60 м от линий первой половины и не меньше 30 % — от линий второй.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3776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Ограничение: линеамент, который складывается только из коротких кусков, подтвердить нечем — в половинах его нет как целого. Две попытки это исправить не прошли проверку на двойнике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Двойник: тот же снимок, но без объектов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На нём учится машинная часть и на нём же проверяется каждый шаг метода</a:t>
            </a:r>
          </a:p>
        </p:txBody>
      </p:sp>
      <p:pic>
        <p:nvPicPr>
          <p:cNvPr id="4" name="Picture 3" descr="снимок_и_двойник_a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4274544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97504" y="1737360"/>
            <a:ext cx="6588527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800" b="1">
                <a:solidFill>
                  <a:srgbClr val="1B2A32"/>
                </a:solidFill>
                <a:latin typeface="Cambria"/>
              </a:rPr>
              <a:t>Как получается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50" b="0">
                <a:solidFill>
                  <a:srgbClr val="1B2A32"/>
                </a:solidFill>
                <a:latin typeface="Calibri"/>
              </a:rPr>
              <a:t>Снимок раскладывается на волны разной длины и направления. У каждой волны есть «сколько» — от этого зависит зернистость, — и «где стоят её гребни». Линия на снимке — это место, где гребни многих волн совпали.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50" b="0">
                <a:solidFill>
                  <a:srgbClr val="1B2A32"/>
                </a:solidFill>
                <a:latin typeface="Calibri"/>
              </a:rPr>
              <a:t>У двойника «сколько» сохраняется, а «где» перемешивается: гребни расходятся, линии рассыпаются в текстуру той же зернистости. Перемешивание общее для всех каналов, поэтому связи между ними остаются, а распределение яркостей возвращается точно исходным.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800" b="1">
                <a:solidFill>
                  <a:srgbClr val="1B2A32"/>
                </a:solidFill>
                <a:latin typeface="Cambria"/>
              </a:rPr>
              <a:t>Что это даёт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50" b="0">
                <a:solidFill>
                  <a:srgbClr val="1B2A32"/>
                </a:solidFill>
                <a:latin typeface="Calibri"/>
              </a:rPr>
              <a:t>На окне слева детектор нашёл 191 линию на снимке и 12 на двойнике. Всё, что отличает снимок от двойника, — это структура, а не текстура.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Карта зон согласия: правила вместо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Машинное обучение без единой размеченной линии: «разметка» — это вопрос, настоящий снимок или двойник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4824" cy="34290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996184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Признаки согласия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Для яркости, растительного индекса, радара и когерентности на масштабах 0.5, 1 и 2 км определяется преобладающее направление. Признак — насколько совпадают направления у разных приборов и у одного прибора на разных масштабах.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28800"/>
            <a:ext cx="3544824" cy="34290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6384" y="2103120"/>
            <a:ext cx="2996184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Правила «Коры»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Каждый признак огрубляется до трёх уровней. Алгоритм перебирает сочетания из одного-трёх условий и оставляет те, что срабатывают хотя бы в 2 % ячеек снимка и втрое чаще, чем на двойнике.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28800"/>
            <a:ext cx="3544824" cy="342900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5528" y="2103120"/>
            <a:ext cx="2996184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Отбор по устойчивости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Лист делится на полосы семью способами, правила ищутся заново. В карту идут только выжившие в пяти делениях из семи. Нейросеть и лес здесь переобучались и на другой половине листа отвечали наоборот.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57784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Верхние 20 % по оценке правил — зона согласия. Линия в зоне получает вторую, независимую опору: другие приборы согласны с оптикой о направлении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Как проверяется результат без эталона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Четыре проверки, пороги объявлены заранее и не менялись по итогам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590038" cy="30175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041398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Двойник через весь тракт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Три двойника проходят все шаги метода. На этапе подтверждения двойник должен набирать не больше 20 % от снимка. Результат — 6.2 %.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7278" y="1828800"/>
            <a:ext cx="2590038" cy="30175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41598" y="2103120"/>
            <a:ext cx="2041398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Сдвиг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Готовые линии 4000 раз сдвигаются по листу, половины стоят на месте. Случайное подтверждение — 2.3 %, на своём месте — 61 %.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828800"/>
            <a:ext cx="2590038" cy="30175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5955" y="2103120"/>
            <a:ext cx="2041398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Повтор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Вход слегка возмущается, набор строится заново. На прежних местах оказывается 0.62 при случайном уровне 0.005.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5994" y="1828800"/>
            <a:ext cx="2590038" cy="30175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70314" y="2103120"/>
            <a:ext cx="2041398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Счётчик проверок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Порог значимости делится на число всех когда-либо проверенных вариантов — сейчас 48. Перебирать до удачи нельзя.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1208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Пороги дважды остановили правки, которые давали рост набора втрое: обе провалили проверку на двойнике и закрыты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Какие направления видит детектор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Слева — одинаковый контраст на всех азимутах, справа — одинаковая высота уступа, то есть с учётом солнца</a:t>
            </a:r>
          </a:p>
        </p:txBody>
      </p:sp>
      <p:pic>
        <p:nvPicPr>
          <p:cNvPr id="4" name="Picture 3" descr="передаточная_по_азимуту_a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" y="1783080"/>
            <a:ext cx="9601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5216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Замер выявил ошибку: линии вдоль осей растра стирались. После исправления слепая полоса одна — ±15° у меридиана, где уступ вдоль солнца не даёт тени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Проверка на ложные прямые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Четыре источника, которые могут нарисовать прямую линию без всякой геологии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11183112" cy="27066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06240"/>
                <a:gridCol w="6976872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Источник ложных прямых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Результат</a:t>
                      </a:r>
                    </a:p>
                  </a:txBody>
                  <a:tcPr marL="128016" marR="128016" marT="45720" marB="45720" anchor="ctr">
                    <a:solidFill>
                      <a:srgbClr val="1B2A3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Швы и стыки снимков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у шва линий не больше, чем в среднем по листу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Границы плиток рельефа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следов нет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Сейсмопрофили, зимники, просеки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ни одной: все линии в разы кривее идеальной прямой</a:t>
                      </a:r>
                    </a:p>
                  </a:txBody>
                  <a:tcPr marL="128016" marR="128016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Ветровые полосы и заструги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A32"/>
                          </a:solidFill>
                          <a:latin typeface="Calibri"/>
                        </a:rPr>
                        <a:t>направления рассеяны, главное несёт лишь 16–20 % длины</a:t>
                      </a:r>
                    </a:p>
                  </a:txBody>
                  <a:tcPr marL="128016" marR="128016" marT="45720" marB="45720" anchor="ctr">
                    <a:solidFill>
                      <a:srgbClr val="F4EF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5488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Проверка на техногенные прямые откалибрована: заведомо прямой врезке детектор приписывает кривизну 0.16–0.29 % при пороге 0.5 %, так что «ни одной» значит «таких нет»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Проверка глазом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Окно 5 × 5 км дважды: слева чистый снимок, справа он же с разметкой</a:t>
            </a:r>
          </a:p>
        </p:txBody>
      </p:sp>
      <p:pic>
        <p:nvPicPr>
          <p:cNvPr id="4" name="Picture 3" descr="01_окно_813_35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284" y="1691640"/>
            <a:ext cx="7644383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9788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Вердикт геолога: «красные линии действительно в большинстве являются линеаментами»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Что нашёл геолог и что исправлено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Каждое замечание сначала измерено, потом исправлено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4824" cy="28346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99618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Слипались соседние линии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У половины пар-кандидатов обрывки шли бок о бок. Теперь такие пары не сшиваются — условие 4 сшивки.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28800"/>
            <a:ext cx="3544824" cy="28346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6384" y="2103120"/>
            <a:ext cx="299618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Край съёмки принят за линию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Добавлен отсев линий, идущих вдоль шва. Пересекающие шов остаются.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28800"/>
            <a:ext cx="3544824" cy="28346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5528" y="2103120"/>
            <a:ext cx="299618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Пропущен линеамент из кусков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Сшивка работала только внутри зон — выпущена на весь лист. Остаток проблемы — подтверждение таких линий, см. ограничения.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Ни двойник, ни сдвиг, ни повтор этих ошибок не видят — их видно только на снимке. Поэтому проверка глазом — обязательный шаг метода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Линии, подтверждённые двумя съёмками и лежащие в зонах согласия приборов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5400" b="1">
                <a:solidFill>
                  <a:srgbClr val="C15B33"/>
                </a:solidFill>
                <a:latin typeface="Cambria"/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подтверждённых линий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804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6804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326 км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92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суммарная длина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16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3316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C15B33"/>
                </a:solidFill>
                <a:latin typeface="Cambria"/>
              </a:rPr>
              <a:t>1.61 км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604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медиана длины линии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377440"/>
            <a:ext cx="2587752" cy="210312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98280" y="2761488"/>
            <a:ext cx="2587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0.0002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730752"/>
            <a:ext cx="22219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1B2A32"/>
                </a:solidFill>
                <a:latin typeface="Calibri"/>
              </a:rPr>
              <a:t>вероятность случайного совпадения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По всему листу без учёта зон: 1729 линий, 2605 км. Проверки на случайность и артефакты пройдены, условие по длине — нет, поэтому это рабочая карта, а не проверенный результат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Карта: лист целиком и два окна крупно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Главная система — широтная: на неё приходится пятая часть суммарной длины</a:t>
            </a:r>
          </a:p>
        </p:txBody>
      </p:sp>
      <p:pic>
        <p:nvPicPr>
          <p:cNvPr id="4" name="Picture 3" descr="линии_в_зонах_anabar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16" y="1828800"/>
            <a:ext cx="1076851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89788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40 % ячеек линий лежат у водотоков — и это не дефект: русла под линиями вчетверо прямее фона, детектор находит спрямлённые участки дренажа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Ограничения и что дальше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5440680" cy="4206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48920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1">
                <a:solidFill>
                  <a:srgbClr val="C15B33"/>
                </a:solidFill>
                <a:latin typeface="Cambria"/>
              </a:rPr>
              <a:t>Ограничения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не отличает разлом от гнейсовидности: полосчатость гранулитов даёт такие же прямые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линеамент из коротких кусков подтвердить нечем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одна половина снимка на трёх четвертях листа — одиночная сцена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не видит уступы вдоль солнца: полоса ±15° у меридиана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перенос на другие площадки не проверялся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371600"/>
            <a:ext cx="5440680" cy="4206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19672" y="1600200"/>
            <a:ext cx="48920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2000" b="1">
                <a:solidFill>
                  <a:srgbClr val="3E6B4A"/>
                </a:solidFill>
                <a:latin typeface="Cambria"/>
              </a:rPr>
              <a:t>Что дальше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отличить нарушения от полосчатости: шаг между соседними линиями, плавность разворота, сверка с контактами на геологической карте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подтверждать по отклику, а не по готовым линиям — это вернёт пропущенные линеаменты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добрать зимних сцен до чётного числа на плитку — половины станут равными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· проверить перенос на площадке с другой геологией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Эталон, когда он появится, войдёт как сверка и оценка полноты, но не как обучающая выборка: метод должен работать там, где разметки нет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