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Прошлый доклад закрыл метод. Этот — про то, что изменилось: другая съёмка, другое подтверждение, найденная ошибка в детекторе и первая проверка результата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 к докладу: четыре изменения. Всё остальное — следствия. Пять шагов метода и формулы из прошлого доклада остались теми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Зима и низкое солнце — не эстетика: при высоте 8–10° уступ высотой в первые метры отбрасывает тень в десятки метров, и она попадает в масштаб отклика детектора. Летом такой тени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Раньше линию подтверждали разные приборы. Это хорошо, но радар отказывает по направлениям. Теперь подтверждение внутри одной физики, но между разными съёмками.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из двух слайдов про машинную часть. Главное: это не нейросеть и не обучение на метках — это набор простых правил, отобранных по устойчивости.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слайд про машинную часть: как понять, что найденное не случайность, если сравнивать не с чем.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Самое важное в докладе. Ошибку нашёл не код-ревью, а замер: врезали в снимок синтетический уступ известного направления и спросили детектор, видит ли он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правки тот же замер отвечает на вопрос, который раньше был закрыт ошибкой: какие направления не видит уже не код, а физика освещения.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источника ложных прямых, ни один из которых в ветке раньше не проверялся. Для Сибири главная ловушка — сейсмопрофили и зимники: они прямее любой геологии.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 выглядит проверка: слева чистый снимок, справа он же с разметкой. Плюс контрольные окна, где детектор не нашёл ничего — именно в одном из них геолог нашёл пропущенный линеамент.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ошибки, которые не поймала ни одна машинная проверка. Все три подтверждены замером и исправлены.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Обратная сторона: та же система проверок дважды остановила правки, которые внешне выглядели как большой успех.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итогового прогона. Набор в зонах согласия проходит все четыре условия; полный набор проходит проверки на случайность, но не проходит условие по длине и потому называется рабочей картой.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Итоговая карта. Красным — подтверждённые двумя съёмками линии, жёлтым — найденные только основным композитом, розовым — зоны согласия приборов.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Честная граница: что набор выдержал и что про него сказать нельзя. Второй пункт справа — главный для рудного прогноза.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следующих шага. Первый — ответ на замечание о гнейсовидности, и он же самый важный для дальнейшего использования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40280"/>
            <a:ext cx="11183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800" b="1">
                <a:solidFill>
                  <a:srgbClr val="1B2A32"/>
                </a:solidFill>
                <a:latin typeface="Cambria"/>
              </a:rPr>
              <a:t>Линеаменты: что изменилось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10128"/>
            <a:ext cx="111831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>
                <a:solidFill>
                  <a:srgbClr val="6E7F88"/>
                </a:solidFill>
                <a:latin typeface="Calibri"/>
              </a:rPr>
              <a:t>Зимний композит 20 м, подтверждение двумя съёмками, исправление детектора и проверка глазом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06440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ФГБУ «ВНИГНИ», Отделение геоинформатики (ГИС Интегро)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Лист R-48-XI,XII (Анабарский щит) · прогоны 22–23.09.2026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изменилось с прошлого доклада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Метод тот же. Другими стали съёмка, способ подтверждения и качество самого детектора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20 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шаг растра вместо 100 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804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92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независимые съёмки вместо приборов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16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направления, которых прибор не видел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окон, отсмотренных геологом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Пять шагов метода, формулы и перенос между площадками — без изменений, этот доклад про надстройку над ними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Новая основа: зимний композит при низком солнце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Двенадцать зимних сцен Sentinel-2 вместо всесезонной медианы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зимних сцен, по 3 на плитку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804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8–10°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92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высота солнца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16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184°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азимут солнца, общий для всех сцен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77 ×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километров листа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Летний композит гасит тени: солнце 30–42°. Азимут у всех зимних сцен один, поэтому тени складываются, а не взаимно уничтожаются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Подтверждение: две съёмки вместо двух приборов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Композит делится пополам внутри каждой плитки, линия принимается только если найдена на обеих половинах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Было: разные приборы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Оптика и радар видят разную физику — это сильная проверка, но у радара доля подтверждения зависит от направления: 0 % вдоль подсветки, 25 % наискосок, 47 % поперёк. Целые системы линий выпадали.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Стало: разные съёмки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Половины composite'а различаются годами, снегом и дымкой, но не физикой. Линия, найденная на обеих, — свойство поверхности, а не конкретной съёмки. Направления при этом не отсекаются.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Что это даёт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Подтверждение работает там, где нет второго прибора, и не требует ни разметки, ни геологической карты. Цена — оно не различает физику, поэтому не заменяет межприборную проверку, а дополняет её.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Деление по сезону и по датам пробовали: общих ячеек оставалось 22.8 % и 11.4 %. Деление внутри плитки даёт 100 %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Где искать: карта согласия приборов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Машинная часть работает без единой размеченной линии — учиться не на чем, и это заложено в конструкцию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Признаки согласия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Для каждой пары приборов считается, насколько совпадают их представления о направлении в точке: яркость, растительный индекс, радар и когерентность. Совпадают — признак высокий, расходятся — низкий.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Правила вместо модели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Алгоритм «Кора» перебирает простые условия («этот признак в верхней трети») и склеивает их по два-три в правило. Правило берут, если на снимке оно срабатывает часто, а на подделке — почти никогда.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Отбор по устойчивости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Лист делится на полосы семью способами. В карту попадают только правила, выжившие минимум в пяти делениях из семи. Гибкая модель здесь переобучалась и на второй половине листа меняла ответ на обратный.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Результат — карта зон, где приборы согласны о направлении; в этом цикле она переведена из фильтра в признак (см. далее)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Чем проверяется машина, когда эталона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Три независимые проверки заменяют разметку — каждая отвечает на свой вопрос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Подделка: «не шум ли это?»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Из снимка делается двойник: те же яркости, та же зернистость и та же связь между каналами, но структура разрушена. Если детектор находит на двойнике столько же линий — он находит текстуру, а не объекты.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Сдвиг: «не совпадение ли?»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Линии сдвигаются по листу как единое целое, данные остаются на месте. Сравнивается, как часто совпадение возникает случайно. Это и даёт цифру значимости.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74519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48839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Повтор: «воспроизводится ли?»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Вход слегка возмущается, и карта строится заново. Считается, какая доля линий оказывается на тех же местах. Плюс накопительный счётчик всех проверок, чтобы «перебирать до удачи» было невозможно.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Все пороги объявляются до прогона и не меняются по его итогам — в этом цикле они дважды остановили изменения, которые давали рост набора втрое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Найдена ошибка в ядре детектора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Прибор был слеп к двум направлениям — широтному и меридиональному — и это не было видно ни на одной прежней проверке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7607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1B2A32"/>
                </a:solidFill>
                <a:latin typeface="Cambria"/>
              </a:rPr>
              <a:t>Как нашли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В снимок врезается искусственный уступ заданного направления, и тракт спрашивают, нашёл ли он его. Уступы вдоль осей растра не находились ни при каком контрасте — и терялись даже на фоне без солнца и теней.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1B2A32"/>
                </a:solidFill>
                <a:latin typeface="Cambria"/>
              </a:rPr>
              <a:t>В чём была ошибка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При утончении линии направление «поперёк гребня» считалось с перепутанными координатами. У косых линий разница мала, у линий вдоль осей растра — поворот на 90°, и алгоритм стирал линию вместо утончения.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1B2A32"/>
                </a:solidFill>
                <a:latin typeface="Cambria"/>
              </a:rPr>
              <a:t>Почему не всплыло раньше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На чистой синтетике ошибка невидима: вдоль ровного гребня сравнение даёт равенство. Нужен реальный шум.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29400" y="1828800"/>
          <a:ext cx="5056632" cy="25420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1371600"/>
                <a:gridCol w="13716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Направление врезки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Было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Стало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7°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39 %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82°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48 %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97°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43 %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172°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52° (контроль)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32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4983480"/>
            <a:ext cx="5056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6E7F88"/>
                </a:solidFill>
                <a:latin typeface="Calibri"/>
              </a:rPr>
              <a:t>Доля линии, которую детектор удерживает на шумном фоне. Правка не портит направления, которые и раньше работали.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Следствие: прежние розы направлений ветки занижали широтную систему; проверка всего набора тестов после правки пройдена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детектор видит теперь — по направлениям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Слева: одинаковый контраст на всех азимутах. Справа: одинаковая высота уступа, то есть с учётом освещения</a:t>
            </a:r>
          </a:p>
        </p:txBody>
      </p:sp>
      <p:pic>
        <p:nvPicPr>
          <p:cNvPr id="4" name="Picture 3" descr="передаточная_по_азимуту_a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26" y="1783080"/>
            <a:ext cx="97155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Слепая полоса осталась одна и узкая — ±15° вокруг меридиана, где уступ вдоль солнца не даёт тени. Остальные направления видны на 100 % начиная с умеренного контраста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Проверка на ложные прямые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Четыре источника, каждый со своей проверкой и своим нулём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83112" cy="27066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06240"/>
                <a:gridCol w="6976872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Источник ложных прямых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Швы и стыки снимков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линий у шва меньше, чем в среднем по площади (0.80–0.92×), p = 0.48–0.63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Границы плиток рельефа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0.87–0.91×, следов не видно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Техногенные прямые: профили, зимники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ни одной: все линии в разы кривее идеальной прямой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Ветровые полосы и заструги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азимуты рассеяны, главный сектор несёт лишь 16–20 % длины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63440"/>
            <a:ext cx="11183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Проверка на техногенные прямые откалибрована отдельно: заведомо прямой врезке трассировка приписывает кривизну 0.16–0.29 % при пороге 0.5 %. Значит «ни одной» означает «таких линий нет», а не «мы не умеем их различать».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Рельеф в метод не входит, но он влияет на радар и на геопривязку оптики — поэтому проверялся отдельно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Проверка глазом: окно 5 × 5 км, слева и справа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Сорок таких пар плюс контрольные окна — первая проверка набора человеком, а не машиной</a:t>
            </a:r>
          </a:p>
        </p:txBody>
      </p:sp>
      <p:pic>
        <p:nvPicPr>
          <p:cNvPr id="4" name="Picture 3" descr="01_окно_813_3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1783080"/>
            <a:ext cx="747064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Вердикт геолога: «красные линии действительно в большинстве являются линеаментами»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заметил геолог и что с этим сделали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Каждое замечание сначала измерено, потом исправлено — и измерено снова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544824" cy="3108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299618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Слипались соседние линии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Замер: у 52 % пар-кандидатов обрывки шли бок о бок, а не продолжали друг друга. Теперь склейка запрещена, если проекции обрывков перекрываются.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74519"/>
            <a:ext cx="3544824" cy="3108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48839"/>
            <a:ext cx="299618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Край съёмки принят за линию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 одном окне проходил стык снимков. Теперь линия, идущая вдоль стыка, отбрасывается, а пересекающая его — остаётся.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74519"/>
            <a:ext cx="3544824" cy="31089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48839"/>
            <a:ext cx="299618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Пропущен линеамент из кусков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Он состоял из отрезков по 200–470 м, а склейка работала только внутри зон согласия. Её выпустили на весь лист, и куски собрались в линии до 2.6 км.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Ни подделка, ни сдвиговый нуль, ни проверка на устойчивость этих трёх ошибок не видят — их видно только на снимке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Две правки закрыты собственным порогом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Объект, который становится линией только после склейки, подтвердиться не может — обе попытки это обойти провалились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11183112" cy="17556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06240"/>
                <a:gridCol w="5148072"/>
                <a:gridCol w="18288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Попытка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Что получилось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Вердикт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Ослабить эталон подтверждения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подделка стала подтверждаться почти в половине случаев вместо 2 %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закрыта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Провести половины через тот же тракт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мусор 20.7 % при пороге 20 %, длина линий ниже нормы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закрыта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931920"/>
            <a:ext cx="5454396" cy="187451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490575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Общая причина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Чем богаче эталон подтверждения, тем дешевле подтверждение — и подделка выигрывает от этого быстрее, чем снимок.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3931920"/>
            <a:ext cx="5454396" cy="187451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05955" y="4206240"/>
            <a:ext cx="490575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Порог не двигали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Во второй попытке не хватило 0.7 процентного пункта. «Почти прошло» считается непройденным: иначе порог перестаёт быть порогом.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Результат прогона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Набор, подтверждённый двумя съёмками, в зонах согласия приборов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подтверждённых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804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326 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92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суммарная длина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16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6.2 %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подтверждений у подделки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0.0002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вероятность случайности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Без ограничения зонами: 1729 линий и 2605 км — эта карта проходит проверки на случайность и артефакты, но не проходит условие по длине, поэтому подаётся как рабочая, а не как проверенная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Карта: лист целиком и два окна крупно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Красные линии подтверждены двумя независимыми съёмками; розовая заливка — зоны согласия приборов</a:t>
            </a:r>
          </a:p>
        </p:txBody>
      </p:sp>
      <p:pic>
        <p:nvPicPr>
          <p:cNvPr id="4" name="Picture 3" descr="линии_в_зонах_anabar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6" y="1828800"/>
            <a:ext cx="1076851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Главная система — широтная: на неё приходится пятая часть суммарной длины. До исправления детектора этих линий не было видно вовсе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доказано и что остаётся открытым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000" b="1">
                <a:solidFill>
                  <a:srgbClr val="3E6B4A"/>
                </a:solidFill>
                <a:latin typeface="Cambria"/>
              </a:rPr>
              <a:t>Доказано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линии подтверждаются двумя съёмками не случайно — вероятность совпадения 0.0002 при строгом пороге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это не шум текстуры: на подделке остаётся 3.8–6.2 % от находок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это не швы, не рельефные плитки, не техногенные прямые и не заструги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карта воспроизводится при возмущении входа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детектор больше не имеет слепых направлений, кроме узкой полосы у меридиана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78308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19672" y="2057400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2000" b="1">
                <a:solidFill>
                  <a:srgbClr val="C15B33"/>
                </a:solidFill>
                <a:latin typeface="Cambria"/>
              </a:rPr>
              <a:t>Не доказано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что это разломы: сверка с геологической картой — отдельный шаг после, а не критерий отбора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не является ли часть линий гнейсовидностью: полосчатость гранулитов даёт такие же длинные прямые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линеаменты, собираемые из коротких кусков, подтвердить нечем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полная карта листа не проходит условие по длине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перенос на другие площадки в этом цикле не проверялся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Различить нарушения и полосчатость нужно до того, как набор пойдёт в рудный прогноз: для прогноза это разные объекты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Четыре шага, каждый с заранее объявленным критерием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590038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20413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Полосчатость или нарушения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Сравнить шаг между соседними линиями одного направления и плавность разворота с тем, как ведёт себя полосчатость, и сверить с контактами на геологической карте.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7278" y="1874519"/>
            <a:ext cx="2590038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41598" y="2148839"/>
            <a:ext cx="20413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Подтверждение без огрубления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Сверять не списки линий, а непрерывный отклик: списки не переживают пересчёт, поле переживает. Это снимет проблему пропущенных линеаментов.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874519"/>
            <a:ext cx="2590038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5955" y="2148839"/>
            <a:ext cx="20413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Критерий для полной карты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Объявить для полнолистного набора условие, осмысленное для карты целиком, вместо медианы длины — и объявить до прогона.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5994" y="1874519"/>
            <a:ext cx="2590038" cy="32004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70314" y="2148839"/>
            <a:ext cx="20413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Перенос на другие площадки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Тот же тракт и те же пороги на площадке с другой геологией — проверка переносимости метода.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Эталон, когда он появится, войдёт как сверка и оценка полноты — но не как обучающая выборка: метод должен работать там, где разметки нет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